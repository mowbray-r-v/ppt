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5" r:id="rId6"/>
    <p:sldId id="261" r:id="rId7"/>
    <p:sldId id="267" r:id="rId8"/>
    <p:sldId id="262" r:id="rId9"/>
    <p:sldId id="257"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76137-BC2E-F271-793D-9D62AC9C1C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1E4D67D-161C-A629-D4D9-F26996837F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4FD77EA-696A-B3E5-3A60-B610C199F82F}"/>
              </a:ext>
            </a:extLst>
          </p:cNvPr>
          <p:cNvSpPr>
            <a:spLocks noGrp="1"/>
          </p:cNvSpPr>
          <p:nvPr>
            <p:ph type="dt" sz="half" idx="10"/>
          </p:nvPr>
        </p:nvSpPr>
        <p:spPr/>
        <p:txBody>
          <a:bodyPr/>
          <a:lstStyle/>
          <a:p>
            <a:fld id="{3FB6BA45-10C5-4725-BA10-A87C3933BAD7}" type="datetimeFigureOut">
              <a:rPr lang="en-IN" smtClean="0"/>
              <a:t>17-03-2023</a:t>
            </a:fld>
            <a:endParaRPr lang="en-IN"/>
          </a:p>
        </p:txBody>
      </p:sp>
      <p:sp>
        <p:nvSpPr>
          <p:cNvPr id="5" name="Footer Placeholder 4">
            <a:extLst>
              <a:ext uri="{FF2B5EF4-FFF2-40B4-BE49-F238E27FC236}">
                <a16:creationId xmlns:a16="http://schemas.microsoft.com/office/drawing/2014/main" id="{E1E2D51E-05E5-8E26-15C0-FC54446282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F9FC0C-C0CD-0133-00D1-6313A595C840}"/>
              </a:ext>
            </a:extLst>
          </p:cNvPr>
          <p:cNvSpPr>
            <a:spLocks noGrp="1"/>
          </p:cNvSpPr>
          <p:nvPr>
            <p:ph type="sldNum" sz="quarter" idx="12"/>
          </p:nvPr>
        </p:nvSpPr>
        <p:spPr/>
        <p:txBody>
          <a:bodyPr/>
          <a:lstStyle/>
          <a:p>
            <a:fld id="{B72064F8-94AA-4314-8C39-E8FB9E002BCB}" type="slidenum">
              <a:rPr lang="en-IN" smtClean="0"/>
              <a:t>‹#›</a:t>
            </a:fld>
            <a:endParaRPr lang="en-IN"/>
          </a:p>
        </p:txBody>
      </p:sp>
    </p:spTree>
    <p:extLst>
      <p:ext uri="{BB962C8B-B14F-4D97-AF65-F5344CB8AC3E}">
        <p14:creationId xmlns:p14="http://schemas.microsoft.com/office/powerpoint/2010/main" val="3668534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109A-DDB5-8FBB-4C58-8CA4A88EDDC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15A8004-69CF-8BCD-EC87-0E1E1E99DD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47E53B-0C38-9FB6-6468-BD123CBF8905}"/>
              </a:ext>
            </a:extLst>
          </p:cNvPr>
          <p:cNvSpPr>
            <a:spLocks noGrp="1"/>
          </p:cNvSpPr>
          <p:nvPr>
            <p:ph type="dt" sz="half" idx="10"/>
          </p:nvPr>
        </p:nvSpPr>
        <p:spPr/>
        <p:txBody>
          <a:bodyPr/>
          <a:lstStyle/>
          <a:p>
            <a:fld id="{3FB6BA45-10C5-4725-BA10-A87C3933BAD7}" type="datetimeFigureOut">
              <a:rPr lang="en-IN" smtClean="0"/>
              <a:t>17-03-2023</a:t>
            </a:fld>
            <a:endParaRPr lang="en-IN"/>
          </a:p>
        </p:txBody>
      </p:sp>
      <p:sp>
        <p:nvSpPr>
          <p:cNvPr id="5" name="Footer Placeholder 4">
            <a:extLst>
              <a:ext uri="{FF2B5EF4-FFF2-40B4-BE49-F238E27FC236}">
                <a16:creationId xmlns:a16="http://schemas.microsoft.com/office/drawing/2014/main" id="{8230E550-5650-DA6E-9D3C-5545470FDB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673AB3-208D-6A14-0D90-22392B7A3F8A}"/>
              </a:ext>
            </a:extLst>
          </p:cNvPr>
          <p:cNvSpPr>
            <a:spLocks noGrp="1"/>
          </p:cNvSpPr>
          <p:nvPr>
            <p:ph type="sldNum" sz="quarter" idx="12"/>
          </p:nvPr>
        </p:nvSpPr>
        <p:spPr/>
        <p:txBody>
          <a:bodyPr/>
          <a:lstStyle/>
          <a:p>
            <a:fld id="{B72064F8-94AA-4314-8C39-E8FB9E002BCB}" type="slidenum">
              <a:rPr lang="en-IN" smtClean="0"/>
              <a:t>‹#›</a:t>
            </a:fld>
            <a:endParaRPr lang="en-IN"/>
          </a:p>
        </p:txBody>
      </p:sp>
    </p:spTree>
    <p:extLst>
      <p:ext uri="{BB962C8B-B14F-4D97-AF65-F5344CB8AC3E}">
        <p14:creationId xmlns:p14="http://schemas.microsoft.com/office/powerpoint/2010/main" val="570208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4A5C5-511E-3F44-B53D-7F792B0B30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BCD171-1408-22CB-6036-459E149B86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A84D30-2D35-15C1-C788-5125C10D6170}"/>
              </a:ext>
            </a:extLst>
          </p:cNvPr>
          <p:cNvSpPr>
            <a:spLocks noGrp="1"/>
          </p:cNvSpPr>
          <p:nvPr>
            <p:ph type="dt" sz="half" idx="10"/>
          </p:nvPr>
        </p:nvSpPr>
        <p:spPr/>
        <p:txBody>
          <a:bodyPr/>
          <a:lstStyle/>
          <a:p>
            <a:fld id="{3FB6BA45-10C5-4725-BA10-A87C3933BAD7}" type="datetimeFigureOut">
              <a:rPr lang="en-IN" smtClean="0"/>
              <a:t>17-03-2023</a:t>
            </a:fld>
            <a:endParaRPr lang="en-IN"/>
          </a:p>
        </p:txBody>
      </p:sp>
      <p:sp>
        <p:nvSpPr>
          <p:cNvPr id="5" name="Footer Placeholder 4">
            <a:extLst>
              <a:ext uri="{FF2B5EF4-FFF2-40B4-BE49-F238E27FC236}">
                <a16:creationId xmlns:a16="http://schemas.microsoft.com/office/drawing/2014/main" id="{5DF987B7-0B35-55E7-3FEB-91C4176F86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F772A0-1B46-F231-B58F-F23EF7575FB2}"/>
              </a:ext>
            </a:extLst>
          </p:cNvPr>
          <p:cNvSpPr>
            <a:spLocks noGrp="1"/>
          </p:cNvSpPr>
          <p:nvPr>
            <p:ph type="sldNum" sz="quarter" idx="12"/>
          </p:nvPr>
        </p:nvSpPr>
        <p:spPr/>
        <p:txBody>
          <a:bodyPr/>
          <a:lstStyle/>
          <a:p>
            <a:fld id="{B72064F8-94AA-4314-8C39-E8FB9E002BCB}" type="slidenum">
              <a:rPr lang="en-IN" smtClean="0"/>
              <a:t>‹#›</a:t>
            </a:fld>
            <a:endParaRPr lang="en-IN"/>
          </a:p>
        </p:txBody>
      </p:sp>
    </p:spTree>
    <p:extLst>
      <p:ext uri="{BB962C8B-B14F-4D97-AF65-F5344CB8AC3E}">
        <p14:creationId xmlns:p14="http://schemas.microsoft.com/office/powerpoint/2010/main" val="1215518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4A927-ECDD-0F7D-83AF-649F9A18A4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F3B6A9-1865-5985-4EE0-4BAE8FBF3A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76F01B-1E9B-ED6C-F221-90DA730BF7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3D8EAB-0EF9-C43A-BEAF-F4CD8F72D549}"/>
              </a:ext>
            </a:extLst>
          </p:cNvPr>
          <p:cNvSpPr>
            <a:spLocks noGrp="1"/>
          </p:cNvSpPr>
          <p:nvPr>
            <p:ph type="dt" sz="half" idx="10"/>
          </p:nvPr>
        </p:nvSpPr>
        <p:spPr/>
        <p:txBody>
          <a:bodyPr/>
          <a:lstStyle/>
          <a:p>
            <a:fld id="{3FB6BA45-10C5-4725-BA10-A87C3933BAD7}" type="datetimeFigureOut">
              <a:rPr lang="en-IN" smtClean="0"/>
              <a:t>17-03-2023</a:t>
            </a:fld>
            <a:endParaRPr lang="en-IN"/>
          </a:p>
        </p:txBody>
      </p:sp>
      <p:sp>
        <p:nvSpPr>
          <p:cNvPr id="6" name="Footer Placeholder 5">
            <a:extLst>
              <a:ext uri="{FF2B5EF4-FFF2-40B4-BE49-F238E27FC236}">
                <a16:creationId xmlns:a16="http://schemas.microsoft.com/office/drawing/2014/main" id="{06430342-344A-1A2A-7DB0-C5E1CF2352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879C22-EAFD-CF47-D491-B43312BB22EC}"/>
              </a:ext>
            </a:extLst>
          </p:cNvPr>
          <p:cNvSpPr>
            <a:spLocks noGrp="1"/>
          </p:cNvSpPr>
          <p:nvPr>
            <p:ph type="sldNum" sz="quarter" idx="12"/>
          </p:nvPr>
        </p:nvSpPr>
        <p:spPr/>
        <p:txBody>
          <a:bodyPr/>
          <a:lstStyle/>
          <a:p>
            <a:fld id="{B72064F8-94AA-4314-8C39-E8FB9E002BCB}" type="slidenum">
              <a:rPr lang="en-IN" smtClean="0"/>
              <a:t>‹#›</a:t>
            </a:fld>
            <a:endParaRPr lang="en-IN"/>
          </a:p>
        </p:txBody>
      </p:sp>
    </p:spTree>
    <p:extLst>
      <p:ext uri="{BB962C8B-B14F-4D97-AF65-F5344CB8AC3E}">
        <p14:creationId xmlns:p14="http://schemas.microsoft.com/office/powerpoint/2010/main" val="351067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7E95C-443F-5C0A-3A95-B581A37A74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9954EE-B74F-E1CA-D1B7-813A9CC85E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4F1DB5-CD26-B610-D1F4-8A4FAB5400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50770B4-6175-8D7F-A35C-F973607E84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475ED3-5461-B594-AA68-1EFCC9E312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8D128C4-50C3-E93A-979A-8D3EE8879A19}"/>
              </a:ext>
            </a:extLst>
          </p:cNvPr>
          <p:cNvSpPr>
            <a:spLocks noGrp="1"/>
          </p:cNvSpPr>
          <p:nvPr>
            <p:ph type="dt" sz="half" idx="10"/>
          </p:nvPr>
        </p:nvSpPr>
        <p:spPr/>
        <p:txBody>
          <a:bodyPr/>
          <a:lstStyle/>
          <a:p>
            <a:fld id="{3FB6BA45-10C5-4725-BA10-A87C3933BAD7}" type="datetimeFigureOut">
              <a:rPr lang="en-IN" smtClean="0"/>
              <a:t>17-03-2023</a:t>
            </a:fld>
            <a:endParaRPr lang="en-IN"/>
          </a:p>
        </p:txBody>
      </p:sp>
      <p:sp>
        <p:nvSpPr>
          <p:cNvPr id="8" name="Footer Placeholder 7">
            <a:extLst>
              <a:ext uri="{FF2B5EF4-FFF2-40B4-BE49-F238E27FC236}">
                <a16:creationId xmlns:a16="http://schemas.microsoft.com/office/drawing/2014/main" id="{EF1DBFDA-8F06-071F-1FF8-48A0E827E2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60F8D40-5D71-0875-D48B-69209EEEBF87}"/>
              </a:ext>
            </a:extLst>
          </p:cNvPr>
          <p:cNvSpPr>
            <a:spLocks noGrp="1"/>
          </p:cNvSpPr>
          <p:nvPr>
            <p:ph type="sldNum" sz="quarter" idx="12"/>
          </p:nvPr>
        </p:nvSpPr>
        <p:spPr/>
        <p:txBody>
          <a:bodyPr/>
          <a:lstStyle/>
          <a:p>
            <a:fld id="{B72064F8-94AA-4314-8C39-E8FB9E002BCB}" type="slidenum">
              <a:rPr lang="en-IN" smtClean="0"/>
              <a:t>‹#›</a:t>
            </a:fld>
            <a:endParaRPr lang="en-IN"/>
          </a:p>
        </p:txBody>
      </p:sp>
    </p:spTree>
    <p:extLst>
      <p:ext uri="{BB962C8B-B14F-4D97-AF65-F5344CB8AC3E}">
        <p14:creationId xmlns:p14="http://schemas.microsoft.com/office/powerpoint/2010/main" val="373779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D87AA-4390-6625-79FB-7ABF78507A6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4A420D1-97DE-A2CB-3810-C7E607B9F8EB}"/>
              </a:ext>
            </a:extLst>
          </p:cNvPr>
          <p:cNvSpPr>
            <a:spLocks noGrp="1"/>
          </p:cNvSpPr>
          <p:nvPr>
            <p:ph type="dt" sz="half" idx="10"/>
          </p:nvPr>
        </p:nvSpPr>
        <p:spPr/>
        <p:txBody>
          <a:bodyPr/>
          <a:lstStyle/>
          <a:p>
            <a:fld id="{3FB6BA45-10C5-4725-BA10-A87C3933BAD7}" type="datetimeFigureOut">
              <a:rPr lang="en-IN" smtClean="0"/>
              <a:t>17-03-2023</a:t>
            </a:fld>
            <a:endParaRPr lang="en-IN"/>
          </a:p>
        </p:txBody>
      </p:sp>
      <p:sp>
        <p:nvSpPr>
          <p:cNvPr id="4" name="Footer Placeholder 3">
            <a:extLst>
              <a:ext uri="{FF2B5EF4-FFF2-40B4-BE49-F238E27FC236}">
                <a16:creationId xmlns:a16="http://schemas.microsoft.com/office/drawing/2014/main" id="{F2A514DD-C1CD-E3ED-A6F6-C99BF2116B7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194A75D-09F1-06E8-DAB6-A5285CEA638B}"/>
              </a:ext>
            </a:extLst>
          </p:cNvPr>
          <p:cNvSpPr>
            <a:spLocks noGrp="1"/>
          </p:cNvSpPr>
          <p:nvPr>
            <p:ph type="sldNum" sz="quarter" idx="12"/>
          </p:nvPr>
        </p:nvSpPr>
        <p:spPr/>
        <p:txBody>
          <a:bodyPr/>
          <a:lstStyle/>
          <a:p>
            <a:fld id="{B72064F8-94AA-4314-8C39-E8FB9E002BCB}" type="slidenum">
              <a:rPr lang="en-IN" smtClean="0"/>
              <a:t>‹#›</a:t>
            </a:fld>
            <a:endParaRPr lang="en-IN"/>
          </a:p>
        </p:txBody>
      </p:sp>
    </p:spTree>
    <p:extLst>
      <p:ext uri="{BB962C8B-B14F-4D97-AF65-F5344CB8AC3E}">
        <p14:creationId xmlns:p14="http://schemas.microsoft.com/office/powerpoint/2010/main" val="425880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AEC6BC-58F9-2F5F-A0A9-C20105ACFE45}"/>
              </a:ext>
            </a:extLst>
          </p:cNvPr>
          <p:cNvSpPr>
            <a:spLocks noGrp="1"/>
          </p:cNvSpPr>
          <p:nvPr>
            <p:ph type="dt" sz="half" idx="10"/>
          </p:nvPr>
        </p:nvSpPr>
        <p:spPr/>
        <p:txBody>
          <a:bodyPr/>
          <a:lstStyle/>
          <a:p>
            <a:fld id="{3FB6BA45-10C5-4725-BA10-A87C3933BAD7}" type="datetimeFigureOut">
              <a:rPr lang="en-IN" smtClean="0"/>
              <a:t>17-03-2023</a:t>
            </a:fld>
            <a:endParaRPr lang="en-IN"/>
          </a:p>
        </p:txBody>
      </p:sp>
      <p:sp>
        <p:nvSpPr>
          <p:cNvPr id="3" name="Footer Placeholder 2">
            <a:extLst>
              <a:ext uri="{FF2B5EF4-FFF2-40B4-BE49-F238E27FC236}">
                <a16:creationId xmlns:a16="http://schemas.microsoft.com/office/drawing/2014/main" id="{BFB72282-C687-AE47-BEE8-152E4D59222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4BB711F-DDD9-64C4-1EDA-ACB118ED0B92}"/>
              </a:ext>
            </a:extLst>
          </p:cNvPr>
          <p:cNvSpPr>
            <a:spLocks noGrp="1"/>
          </p:cNvSpPr>
          <p:nvPr>
            <p:ph type="sldNum" sz="quarter" idx="12"/>
          </p:nvPr>
        </p:nvSpPr>
        <p:spPr/>
        <p:txBody>
          <a:bodyPr/>
          <a:lstStyle/>
          <a:p>
            <a:fld id="{B72064F8-94AA-4314-8C39-E8FB9E002BCB}" type="slidenum">
              <a:rPr lang="en-IN" smtClean="0"/>
              <a:t>‹#›</a:t>
            </a:fld>
            <a:endParaRPr lang="en-IN"/>
          </a:p>
        </p:txBody>
      </p:sp>
    </p:spTree>
    <p:extLst>
      <p:ext uri="{BB962C8B-B14F-4D97-AF65-F5344CB8AC3E}">
        <p14:creationId xmlns:p14="http://schemas.microsoft.com/office/powerpoint/2010/main" val="1434377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9C238-2EFF-C2F4-73B6-21F3346A0B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7194A42-0B00-57D7-C160-E9116C6D0C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5F4F2B5-CD9F-BADD-9D29-45EB40D815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DCD55E-B0B4-BBCD-29D5-2D5021BE8242}"/>
              </a:ext>
            </a:extLst>
          </p:cNvPr>
          <p:cNvSpPr>
            <a:spLocks noGrp="1"/>
          </p:cNvSpPr>
          <p:nvPr>
            <p:ph type="dt" sz="half" idx="10"/>
          </p:nvPr>
        </p:nvSpPr>
        <p:spPr/>
        <p:txBody>
          <a:bodyPr/>
          <a:lstStyle/>
          <a:p>
            <a:fld id="{3FB6BA45-10C5-4725-BA10-A87C3933BAD7}" type="datetimeFigureOut">
              <a:rPr lang="en-IN" smtClean="0"/>
              <a:t>17-03-2023</a:t>
            </a:fld>
            <a:endParaRPr lang="en-IN"/>
          </a:p>
        </p:txBody>
      </p:sp>
      <p:sp>
        <p:nvSpPr>
          <p:cNvPr id="6" name="Footer Placeholder 5">
            <a:extLst>
              <a:ext uri="{FF2B5EF4-FFF2-40B4-BE49-F238E27FC236}">
                <a16:creationId xmlns:a16="http://schemas.microsoft.com/office/drawing/2014/main" id="{6B9CA2DC-9FC6-2740-84C5-13F4369429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46BB3EE-3093-D0E8-8333-7A3067A8B599}"/>
              </a:ext>
            </a:extLst>
          </p:cNvPr>
          <p:cNvSpPr>
            <a:spLocks noGrp="1"/>
          </p:cNvSpPr>
          <p:nvPr>
            <p:ph type="sldNum" sz="quarter" idx="12"/>
          </p:nvPr>
        </p:nvSpPr>
        <p:spPr/>
        <p:txBody>
          <a:bodyPr/>
          <a:lstStyle/>
          <a:p>
            <a:fld id="{B72064F8-94AA-4314-8C39-E8FB9E002BCB}" type="slidenum">
              <a:rPr lang="en-IN" smtClean="0"/>
              <a:t>‹#›</a:t>
            </a:fld>
            <a:endParaRPr lang="en-IN"/>
          </a:p>
        </p:txBody>
      </p:sp>
    </p:spTree>
    <p:extLst>
      <p:ext uri="{BB962C8B-B14F-4D97-AF65-F5344CB8AC3E}">
        <p14:creationId xmlns:p14="http://schemas.microsoft.com/office/powerpoint/2010/main" val="1636044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A9186-CA4C-A6EF-0B12-E738851E7F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74ABC77-BE77-7DCE-5C64-64633822CE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08F75F8-9ACA-30DB-39F1-A6994ECD09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F23796-4B27-3535-CD8D-90B9057F8D6A}"/>
              </a:ext>
            </a:extLst>
          </p:cNvPr>
          <p:cNvSpPr>
            <a:spLocks noGrp="1"/>
          </p:cNvSpPr>
          <p:nvPr>
            <p:ph type="dt" sz="half" idx="10"/>
          </p:nvPr>
        </p:nvSpPr>
        <p:spPr/>
        <p:txBody>
          <a:bodyPr/>
          <a:lstStyle/>
          <a:p>
            <a:fld id="{3FB6BA45-10C5-4725-BA10-A87C3933BAD7}" type="datetimeFigureOut">
              <a:rPr lang="en-IN" smtClean="0"/>
              <a:t>17-03-2023</a:t>
            </a:fld>
            <a:endParaRPr lang="en-IN"/>
          </a:p>
        </p:txBody>
      </p:sp>
      <p:sp>
        <p:nvSpPr>
          <p:cNvPr id="6" name="Footer Placeholder 5">
            <a:extLst>
              <a:ext uri="{FF2B5EF4-FFF2-40B4-BE49-F238E27FC236}">
                <a16:creationId xmlns:a16="http://schemas.microsoft.com/office/drawing/2014/main" id="{BB1CF5C4-D721-1F5C-8FE3-C509AABD79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F2847AE-871F-D00A-3143-E07B1C06FDC0}"/>
              </a:ext>
            </a:extLst>
          </p:cNvPr>
          <p:cNvSpPr>
            <a:spLocks noGrp="1"/>
          </p:cNvSpPr>
          <p:nvPr>
            <p:ph type="sldNum" sz="quarter" idx="12"/>
          </p:nvPr>
        </p:nvSpPr>
        <p:spPr/>
        <p:txBody>
          <a:bodyPr/>
          <a:lstStyle/>
          <a:p>
            <a:fld id="{B72064F8-94AA-4314-8C39-E8FB9E002BCB}" type="slidenum">
              <a:rPr lang="en-IN" smtClean="0"/>
              <a:t>‹#›</a:t>
            </a:fld>
            <a:endParaRPr lang="en-IN"/>
          </a:p>
        </p:txBody>
      </p:sp>
    </p:spTree>
    <p:extLst>
      <p:ext uri="{BB962C8B-B14F-4D97-AF65-F5344CB8AC3E}">
        <p14:creationId xmlns:p14="http://schemas.microsoft.com/office/powerpoint/2010/main" val="992928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FD416-8659-A736-0B51-382001695EC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8DE8E71-D336-546F-A088-6259AC9F9D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9CC394-1B1B-F4A8-BF34-D1A81CF071CF}"/>
              </a:ext>
            </a:extLst>
          </p:cNvPr>
          <p:cNvSpPr>
            <a:spLocks noGrp="1"/>
          </p:cNvSpPr>
          <p:nvPr>
            <p:ph type="dt" sz="half" idx="10"/>
          </p:nvPr>
        </p:nvSpPr>
        <p:spPr/>
        <p:txBody>
          <a:bodyPr/>
          <a:lstStyle/>
          <a:p>
            <a:fld id="{3FB6BA45-10C5-4725-BA10-A87C3933BAD7}" type="datetimeFigureOut">
              <a:rPr lang="en-IN" smtClean="0"/>
              <a:t>17-03-2023</a:t>
            </a:fld>
            <a:endParaRPr lang="en-IN"/>
          </a:p>
        </p:txBody>
      </p:sp>
      <p:sp>
        <p:nvSpPr>
          <p:cNvPr id="5" name="Footer Placeholder 4">
            <a:extLst>
              <a:ext uri="{FF2B5EF4-FFF2-40B4-BE49-F238E27FC236}">
                <a16:creationId xmlns:a16="http://schemas.microsoft.com/office/drawing/2014/main" id="{6F39555A-EBA7-4797-DDE4-9B861954D3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DF618A-7787-4BD6-BC3D-02E93BD54133}"/>
              </a:ext>
            </a:extLst>
          </p:cNvPr>
          <p:cNvSpPr>
            <a:spLocks noGrp="1"/>
          </p:cNvSpPr>
          <p:nvPr>
            <p:ph type="sldNum" sz="quarter" idx="12"/>
          </p:nvPr>
        </p:nvSpPr>
        <p:spPr/>
        <p:txBody>
          <a:bodyPr/>
          <a:lstStyle/>
          <a:p>
            <a:fld id="{B72064F8-94AA-4314-8C39-E8FB9E002BCB}" type="slidenum">
              <a:rPr lang="en-IN" smtClean="0"/>
              <a:t>‹#›</a:t>
            </a:fld>
            <a:endParaRPr lang="en-IN"/>
          </a:p>
        </p:txBody>
      </p:sp>
    </p:spTree>
    <p:extLst>
      <p:ext uri="{BB962C8B-B14F-4D97-AF65-F5344CB8AC3E}">
        <p14:creationId xmlns:p14="http://schemas.microsoft.com/office/powerpoint/2010/main" val="3819884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260B94-7D79-1271-F70E-987EC911D1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CC6B3B-162D-3D45-8806-CE5AC3751D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9CFFFA-B8CC-B9E0-A2CB-1A61A1EE2A20}"/>
              </a:ext>
            </a:extLst>
          </p:cNvPr>
          <p:cNvSpPr>
            <a:spLocks noGrp="1"/>
          </p:cNvSpPr>
          <p:nvPr>
            <p:ph type="dt" sz="half" idx="10"/>
          </p:nvPr>
        </p:nvSpPr>
        <p:spPr/>
        <p:txBody>
          <a:bodyPr/>
          <a:lstStyle/>
          <a:p>
            <a:fld id="{3FB6BA45-10C5-4725-BA10-A87C3933BAD7}" type="datetimeFigureOut">
              <a:rPr lang="en-IN" smtClean="0"/>
              <a:t>17-03-2023</a:t>
            </a:fld>
            <a:endParaRPr lang="en-IN"/>
          </a:p>
        </p:txBody>
      </p:sp>
      <p:sp>
        <p:nvSpPr>
          <p:cNvPr id="5" name="Footer Placeholder 4">
            <a:extLst>
              <a:ext uri="{FF2B5EF4-FFF2-40B4-BE49-F238E27FC236}">
                <a16:creationId xmlns:a16="http://schemas.microsoft.com/office/drawing/2014/main" id="{602F15A1-E030-088C-7FEE-CF595F1D65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22C206-97A9-94A1-BAD7-BD207803BC42}"/>
              </a:ext>
            </a:extLst>
          </p:cNvPr>
          <p:cNvSpPr>
            <a:spLocks noGrp="1"/>
          </p:cNvSpPr>
          <p:nvPr>
            <p:ph type="sldNum" sz="quarter" idx="12"/>
          </p:nvPr>
        </p:nvSpPr>
        <p:spPr/>
        <p:txBody>
          <a:bodyPr/>
          <a:lstStyle/>
          <a:p>
            <a:fld id="{B72064F8-94AA-4314-8C39-E8FB9E002BCB}" type="slidenum">
              <a:rPr lang="en-IN" smtClean="0"/>
              <a:t>‹#›</a:t>
            </a:fld>
            <a:endParaRPr lang="en-IN"/>
          </a:p>
        </p:txBody>
      </p:sp>
    </p:spTree>
    <p:extLst>
      <p:ext uri="{BB962C8B-B14F-4D97-AF65-F5344CB8AC3E}">
        <p14:creationId xmlns:p14="http://schemas.microsoft.com/office/powerpoint/2010/main" val="1312814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5E56BA-1AA0-D7E5-E579-3C673D8505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919160-8BBB-60AE-D9B3-62890D221F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3AB8B0-7A43-4B7E-4C41-76D6760A2F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B6BA45-10C5-4725-BA10-A87C3933BAD7}" type="datetimeFigureOut">
              <a:rPr lang="en-IN" smtClean="0"/>
              <a:t>17-03-2023</a:t>
            </a:fld>
            <a:endParaRPr lang="en-IN"/>
          </a:p>
        </p:txBody>
      </p:sp>
      <p:sp>
        <p:nvSpPr>
          <p:cNvPr id="5" name="Footer Placeholder 4">
            <a:extLst>
              <a:ext uri="{FF2B5EF4-FFF2-40B4-BE49-F238E27FC236}">
                <a16:creationId xmlns:a16="http://schemas.microsoft.com/office/drawing/2014/main" id="{623D0467-E249-8DCE-4845-2BC37AE9FB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43ADAE1-BE33-8022-BF69-8CBA65B78E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2064F8-94AA-4314-8C39-E8FB9E002BCB}" type="slidenum">
              <a:rPr lang="en-IN" smtClean="0"/>
              <a:t>‹#›</a:t>
            </a:fld>
            <a:endParaRPr lang="en-IN"/>
          </a:p>
        </p:txBody>
      </p:sp>
    </p:spTree>
    <p:extLst>
      <p:ext uri="{BB962C8B-B14F-4D97-AF65-F5344CB8AC3E}">
        <p14:creationId xmlns:p14="http://schemas.microsoft.com/office/powerpoint/2010/main" val="19863767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pgaEE27nsQw"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308BE-C4AE-5115-DD1F-8E0A7665DB27}"/>
              </a:ext>
            </a:extLst>
          </p:cNvPr>
          <p:cNvSpPr>
            <a:spLocks noGrp="1"/>
          </p:cNvSpPr>
          <p:nvPr>
            <p:ph type="ctrTitle"/>
          </p:nvPr>
        </p:nvSpPr>
        <p:spPr/>
        <p:txBody>
          <a:bodyPr>
            <a:normAutofit/>
          </a:bodyPr>
          <a:lstStyle/>
          <a:p>
            <a:r>
              <a:rPr lang="en-IN" b="1" dirty="0"/>
              <a:t>Reinforcement learning for dynamics &amp; control</a:t>
            </a:r>
          </a:p>
        </p:txBody>
      </p:sp>
    </p:spTree>
    <p:extLst>
      <p:ext uri="{BB962C8B-B14F-4D97-AF65-F5344CB8AC3E}">
        <p14:creationId xmlns:p14="http://schemas.microsoft.com/office/powerpoint/2010/main" val="3895631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3B4F1-85F0-521D-8AC5-6E0700DB3739}"/>
              </a:ext>
            </a:extLst>
          </p:cNvPr>
          <p:cNvSpPr>
            <a:spLocks noGrp="1"/>
          </p:cNvSpPr>
          <p:nvPr>
            <p:ph type="title"/>
          </p:nvPr>
        </p:nvSpPr>
        <p:spPr/>
        <p:txBody>
          <a:bodyPr/>
          <a:lstStyle/>
          <a:p>
            <a:r>
              <a:rPr lang="en-IN" dirty="0"/>
              <a:t>Model-Based Reinforcement Learning </a:t>
            </a:r>
          </a:p>
        </p:txBody>
      </p:sp>
      <p:sp>
        <p:nvSpPr>
          <p:cNvPr id="3" name="Content Placeholder 2">
            <a:extLst>
              <a:ext uri="{FF2B5EF4-FFF2-40B4-BE49-F238E27FC236}">
                <a16:creationId xmlns:a16="http://schemas.microsoft.com/office/drawing/2014/main" id="{1E4DBB49-FDEE-84D0-A811-1DD961DC3827}"/>
              </a:ext>
            </a:extLst>
          </p:cNvPr>
          <p:cNvSpPr>
            <a:spLocks noGrp="1"/>
          </p:cNvSpPr>
          <p:nvPr>
            <p:ph idx="1"/>
          </p:nvPr>
        </p:nvSpPr>
        <p:spPr/>
        <p:txBody>
          <a:bodyPr>
            <a:normAutofit/>
          </a:bodyPr>
          <a:lstStyle/>
          <a:p>
            <a:r>
              <a:rPr lang="en-IN" sz="2000" dirty="0"/>
              <a:t>Dyna-Style Algorithms</a:t>
            </a:r>
          </a:p>
          <a:p>
            <a:r>
              <a:rPr lang="en-US" sz="2000" dirty="0"/>
              <a:t>Policy Search with Backpropagation through Time</a:t>
            </a:r>
            <a:endParaRPr lang="en-IN" sz="2000" dirty="0"/>
          </a:p>
          <a:p>
            <a:r>
              <a:rPr lang="en-IN" sz="2000" dirty="0"/>
              <a:t>Shooting Algorithms</a:t>
            </a:r>
          </a:p>
          <a:p>
            <a:pPr marL="0" indent="0">
              <a:buNone/>
            </a:pPr>
            <a:endParaRPr lang="en-IN" sz="2000" dirty="0"/>
          </a:p>
          <a:p>
            <a:pPr marL="0" indent="0">
              <a:buNone/>
            </a:pPr>
            <a:r>
              <a:rPr lang="en-IN" sz="2000" b="1" dirty="0"/>
              <a:t>Dyna- style Algorithm</a:t>
            </a:r>
          </a:p>
          <a:p>
            <a:r>
              <a:rPr lang="en-US" sz="2000" dirty="0"/>
              <a:t>Model-Ensemble Trust-Region Policy Optimization (ME-TRPO)</a:t>
            </a:r>
            <a:r>
              <a:rPr lang="en-IN" sz="2000" dirty="0"/>
              <a:t>(Berkeley AI Research 2019)</a:t>
            </a:r>
          </a:p>
          <a:p>
            <a:r>
              <a:rPr lang="en-US" sz="2000" dirty="0"/>
              <a:t>Stochastic Lower Bound Optimization (SLBO) (</a:t>
            </a:r>
            <a:r>
              <a:rPr lang="en-IN" sz="2000" dirty="0"/>
              <a:t>Facebook AI Research 2021</a:t>
            </a:r>
            <a:r>
              <a:rPr lang="en-US" sz="2000" dirty="0"/>
              <a:t>)</a:t>
            </a:r>
          </a:p>
          <a:p>
            <a:r>
              <a:rPr lang="en-IN" sz="2000" dirty="0"/>
              <a:t>Model-Based Policy-</a:t>
            </a:r>
            <a:r>
              <a:rPr lang="en-IN" sz="2000" dirty="0" err="1"/>
              <a:t>Optimzation</a:t>
            </a:r>
            <a:r>
              <a:rPr lang="en-IN" sz="2000" dirty="0"/>
              <a:t> (MBPO) (Berkeley AI Research 2019)</a:t>
            </a:r>
          </a:p>
        </p:txBody>
      </p:sp>
    </p:spTree>
    <p:extLst>
      <p:ext uri="{BB962C8B-B14F-4D97-AF65-F5344CB8AC3E}">
        <p14:creationId xmlns:p14="http://schemas.microsoft.com/office/powerpoint/2010/main" val="16807249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60D70-741F-D0F6-500E-716B26E2C0F0}"/>
              </a:ext>
            </a:extLst>
          </p:cNvPr>
          <p:cNvSpPr>
            <a:spLocks noGrp="1"/>
          </p:cNvSpPr>
          <p:nvPr>
            <p:ph type="title"/>
          </p:nvPr>
        </p:nvSpPr>
        <p:spPr/>
        <p:txBody>
          <a:bodyPr/>
          <a:lstStyle/>
          <a:p>
            <a:r>
              <a:rPr lang="en-IN" b="1" dirty="0"/>
              <a:t>MODEL-ENSEMBLE TRUST-REGION POLICY OPTIMIZATION (ME-TRPO)</a:t>
            </a:r>
          </a:p>
        </p:txBody>
      </p:sp>
      <p:sp>
        <p:nvSpPr>
          <p:cNvPr id="3" name="Content Placeholder 2">
            <a:extLst>
              <a:ext uri="{FF2B5EF4-FFF2-40B4-BE49-F238E27FC236}">
                <a16:creationId xmlns:a16="http://schemas.microsoft.com/office/drawing/2014/main" id="{50690081-EF78-2567-797D-65F9E61083EF}"/>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446275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D91B9-40B3-FCCE-F157-65ADC732DF05}"/>
              </a:ext>
            </a:extLst>
          </p:cNvPr>
          <p:cNvSpPr>
            <a:spLocks noGrp="1"/>
          </p:cNvSpPr>
          <p:nvPr>
            <p:ph type="title"/>
          </p:nvPr>
        </p:nvSpPr>
        <p:spPr/>
        <p:txBody>
          <a:bodyPr/>
          <a:lstStyle/>
          <a:p>
            <a:r>
              <a:rPr lang="en-IN" b="1" dirty="0"/>
              <a:t>Layout</a:t>
            </a:r>
          </a:p>
        </p:txBody>
      </p:sp>
      <p:sp>
        <p:nvSpPr>
          <p:cNvPr id="3" name="Content Placeholder 2">
            <a:extLst>
              <a:ext uri="{FF2B5EF4-FFF2-40B4-BE49-F238E27FC236}">
                <a16:creationId xmlns:a16="http://schemas.microsoft.com/office/drawing/2014/main" id="{419D2852-774B-4357-1769-FCA385AE717F}"/>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816304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11488-A478-15F1-F129-94FE899EFA28}"/>
              </a:ext>
            </a:extLst>
          </p:cNvPr>
          <p:cNvSpPr>
            <a:spLocks noGrp="1"/>
          </p:cNvSpPr>
          <p:nvPr>
            <p:ph type="title"/>
          </p:nvPr>
        </p:nvSpPr>
        <p:spPr/>
        <p:txBody>
          <a:bodyPr/>
          <a:lstStyle/>
          <a:p>
            <a:r>
              <a:rPr lang="en-IN" dirty="0"/>
              <a:t>Video of training</a:t>
            </a:r>
          </a:p>
        </p:txBody>
      </p:sp>
      <p:sp>
        <p:nvSpPr>
          <p:cNvPr id="3" name="Content Placeholder 2">
            <a:extLst>
              <a:ext uri="{FF2B5EF4-FFF2-40B4-BE49-F238E27FC236}">
                <a16:creationId xmlns:a16="http://schemas.microsoft.com/office/drawing/2014/main" id="{D1584AD3-4147-827D-8B70-877219FDFC17}"/>
              </a:ext>
            </a:extLst>
          </p:cNvPr>
          <p:cNvSpPr>
            <a:spLocks noGrp="1"/>
          </p:cNvSpPr>
          <p:nvPr>
            <p:ph idx="1"/>
          </p:nvPr>
        </p:nvSpPr>
        <p:spPr/>
        <p:txBody>
          <a:bodyPr/>
          <a:lstStyle/>
          <a:p>
            <a:pPr marL="0" indent="0">
              <a:buNone/>
            </a:pPr>
            <a:r>
              <a:rPr lang="en-IN" dirty="0">
                <a:hlinkClick r:id="rId2"/>
              </a:rPr>
              <a:t>https://www.youtube.com/watch?v=pgaEE27nsQw</a:t>
            </a:r>
            <a:endParaRPr lang="en-IN" dirty="0"/>
          </a:p>
          <a:p>
            <a:pPr marL="0" indent="0">
              <a:buNone/>
            </a:pPr>
            <a:r>
              <a:rPr lang="en-IN" dirty="0" err="1"/>
              <a:t>IIsc</a:t>
            </a:r>
            <a:r>
              <a:rPr lang="en-IN" dirty="0"/>
              <a:t> robot </a:t>
            </a:r>
            <a:r>
              <a:rPr lang="en-IN" dirty="0" err="1"/>
              <a:t>lEg</a:t>
            </a:r>
            <a:r>
              <a:rPr lang="en-IN" dirty="0"/>
              <a:t> video</a:t>
            </a:r>
          </a:p>
        </p:txBody>
      </p:sp>
    </p:spTree>
    <p:extLst>
      <p:ext uri="{BB962C8B-B14F-4D97-AF65-F5344CB8AC3E}">
        <p14:creationId xmlns:p14="http://schemas.microsoft.com/office/powerpoint/2010/main" val="3664781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056E7-1922-6253-72FA-D7CABD0E79F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066A338-BDA8-5257-637E-B45F4EC3CB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7744417" cy="4351338"/>
          </a:xfrm>
        </p:spPr>
      </p:pic>
    </p:spTree>
    <p:extLst>
      <p:ext uri="{BB962C8B-B14F-4D97-AF65-F5344CB8AC3E}">
        <p14:creationId xmlns:p14="http://schemas.microsoft.com/office/powerpoint/2010/main" val="40591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F8AD8-35FC-4C6A-5ABE-7FB8D8986882}"/>
              </a:ext>
            </a:extLst>
          </p:cNvPr>
          <p:cNvSpPr>
            <a:spLocks noGrp="1"/>
          </p:cNvSpPr>
          <p:nvPr>
            <p:ph type="title"/>
          </p:nvPr>
        </p:nvSpPr>
        <p:spPr>
          <a:xfrm>
            <a:off x="676835" y="452461"/>
            <a:ext cx="10515600" cy="522381"/>
          </a:xfrm>
        </p:spPr>
        <p:txBody>
          <a:bodyPr>
            <a:normAutofit fontScale="90000"/>
          </a:bodyPr>
          <a:lstStyle/>
          <a:p>
            <a:r>
              <a:rPr lang="en-IN" b="1" dirty="0"/>
              <a:t>Problem</a:t>
            </a:r>
          </a:p>
        </p:txBody>
      </p:sp>
      <p:sp>
        <p:nvSpPr>
          <p:cNvPr id="3" name="Content Placeholder 2">
            <a:extLst>
              <a:ext uri="{FF2B5EF4-FFF2-40B4-BE49-F238E27FC236}">
                <a16:creationId xmlns:a16="http://schemas.microsoft.com/office/drawing/2014/main" id="{A3798138-9B80-0E59-DF4B-36C9DD6A3D7B}"/>
              </a:ext>
            </a:extLst>
          </p:cNvPr>
          <p:cNvSpPr>
            <a:spLocks noGrp="1"/>
          </p:cNvSpPr>
          <p:nvPr>
            <p:ph idx="1"/>
          </p:nvPr>
        </p:nvSpPr>
        <p:spPr>
          <a:xfrm>
            <a:off x="676835" y="1071142"/>
            <a:ext cx="10515600" cy="5199810"/>
          </a:xfrm>
        </p:spPr>
        <p:txBody>
          <a:bodyPr/>
          <a:lstStyle/>
          <a:p>
            <a:pPr marL="0" indent="0">
              <a:buNone/>
            </a:pPr>
            <a:r>
              <a:rPr lang="en-IN" sz="2400" b="1" dirty="0"/>
              <a:t>Control of a lower limb exoskeleton having contact with ground using RL</a:t>
            </a:r>
          </a:p>
          <a:p>
            <a:pPr marL="0" indent="0">
              <a:buNone/>
            </a:pPr>
            <a:endParaRPr lang="en-IN" dirty="0"/>
          </a:p>
          <a:p>
            <a:pPr marL="0" indent="0">
              <a:buNone/>
            </a:pPr>
            <a:endParaRPr lang="en-IN" dirty="0"/>
          </a:p>
        </p:txBody>
      </p:sp>
      <p:pic>
        <p:nvPicPr>
          <p:cNvPr id="1026" name="Picture 2">
            <a:extLst>
              <a:ext uri="{FF2B5EF4-FFF2-40B4-BE49-F238E27FC236}">
                <a16:creationId xmlns:a16="http://schemas.microsoft.com/office/drawing/2014/main" id="{EC3BD80E-5882-E893-FDF9-89C497F28E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42969"/>
            <a:ext cx="975360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3714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8B346-3EF7-8392-3A0C-4104F50A7431}"/>
              </a:ext>
            </a:extLst>
          </p:cNvPr>
          <p:cNvSpPr>
            <a:spLocks noGrp="1"/>
          </p:cNvSpPr>
          <p:nvPr>
            <p:ph type="title"/>
          </p:nvPr>
        </p:nvSpPr>
        <p:spPr>
          <a:xfrm>
            <a:off x="739588" y="141007"/>
            <a:ext cx="10515600" cy="1325563"/>
          </a:xfrm>
        </p:spPr>
        <p:txBody>
          <a:bodyPr/>
          <a:lstStyle/>
          <a:p>
            <a:r>
              <a:rPr lang="en-IN" b="1" dirty="0"/>
              <a:t>Problem abstract</a:t>
            </a:r>
          </a:p>
        </p:txBody>
      </p:sp>
      <p:sp>
        <p:nvSpPr>
          <p:cNvPr id="3" name="Content Placeholder 2">
            <a:extLst>
              <a:ext uri="{FF2B5EF4-FFF2-40B4-BE49-F238E27FC236}">
                <a16:creationId xmlns:a16="http://schemas.microsoft.com/office/drawing/2014/main" id="{B94C56DE-B7A2-D2FE-15B2-F0B6BA3ADC5B}"/>
              </a:ext>
            </a:extLst>
          </p:cNvPr>
          <p:cNvSpPr>
            <a:spLocks noGrp="1"/>
          </p:cNvSpPr>
          <p:nvPr>
            <p:ph idx="1"/>
          </p:nvPr>
        </p:nvSpPr>
        <p:spPr>
          <a:xfrm>
            <a:off x="838200" y="1147482"/>
            <a:ext cx="10515600" cy="5210922"/>
          </a:xfrm>
        </p:spPr>
        <p:txBody>
          <a:bodyPr>
            <a:normAutofit fontScale="92500"/>
          </a:bodyPr>
          <a:lstStyle/>
          <a:p>
            <a:pPr algn="l"/>
            <a:endParaRPr lang="en-US" b="0" i="0" dirty="0">
              <a:solidFill>
                <a:schemeClr val="tx1">
                  <a:lumMod val="95000"/>
                  <a:lumOff val="5000"/>
                </a:schemeClr>
              </a:solidFill>
              <a:effectLst/>
              <a:latin typeface="Söhne"/>
            </a:endParaRPr>
          </a:p>
          <a:p>
            <a:pPr algn="l"/>
            <a:r>
              <a:rPr lang="en-US" b="0" i="0" dirty="0">
                <a:solidFill>
                  <a:schemeClr val="tx1">
                    <a:lumMod val="95000"/>
                    <a:lumOff val="5000"/>
                  </a:schemeClr>
                </a:solidFill>
                <a:effectLst/>
                <a:latin typeface="Söhne"/>
              </a:rPr>
              <a:t>MBRL is a popular approach for improving sample efficiency in comparison to model-free algorithms. This is achieved by creating a predictive model of the environment. However, the effectiveness of MBRL largely depends on the accuracy of the learned model. </a:t>
            </a:r>
          </a:p>
          <a:p>
            <a:pPr algn="l"/>
            <a:r>
              <a:rPr lang="en-US" b="0" i="0" dirty="0">
                <a:solidFill>
                  <a:schemeClr val="tx1">
                    <a:lumMod val="95000"/>
                    <a:lumOff val="5000"/>
                  </a:schemeClr>
                </a:solidFill>
                <a:effectLst/>
                <a:latin typeface="Söhne"/>
              </a:rPr>
              <a:t>Unfortunately, this model is usually built in a black-box manner and may not be reliable outside of the data distribution(OOD), leading to poor predictive accuracy. As a result, the learned model may not be suitable for policy optimization. </a:t>
            </a:r>
          </a:p>
          <a:p>
            <a:pPr algn="l"/>
            <a:r>
              <a:rPr lang="en-US" b="0" i="0" dirty="0">
                <a:solidFill>
                  <a:schemeClr val="tx1">
                    <a:lumMod val="95000"/>
                    <a:lumOff val="5000"/>
                  </a:schemeClr>
                </a:solidFill>
                <a:effectLst/>
                <a:latin typeface="Söhne"/>
              </a:rPr>
              <a:t>To address this challenge, we propose </a:t>
            </a:r>
            <a:r>
              <a:rPr lang="en-US" dirty="0">
                <a:solidFill>
                  <a:schemeClr val="tx1">
                    <a:lumMod val="95000"/>
                    <a:lumOff val="5000"/>
                  </a:schemeClr>
                </a:solidFill>
                <a:latin typeface="Söhne"/>
              </a:rPr>
              <a:t>to use </a:t>
            </a:r>
            <a:r>
              <a:rPr lang="en-US" b="0" i="0" dirty="0">
                <a:solidFill>
                  <a:schemeClr val="tx1">
                    <a:lumMod val="95000"/>
                    <a:lumOff val="5000"/>
                  </a:schemeClr>
                </a:solidFill>
                <a:effectLst/>
                <a:latin typeface="Söhne"/>
              </a:rPr>
              <a:t>prior knowledge of the known system and its environment. This approach would allow us to incorporate this prior knowledge into the learning process and potentially improve the accuracy and sample efficiency of the learned model. </a:t>
            </a:r>
            <a:endParaRPr lang="en-IN" dirty="0"/>
          </a:p>
        </p:txBody>
      </p:sp>
    </p:spTree>
    <p:extLst>
      <p:ext uri="{BB962C8B-B14F-4D97-AF65-F5344CB8AC3E}">
        <p14:creationId xmlns:p14="http://schemas.microsoft.com/office/powerpoint/2010/main" val="1848849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A3298-71B8-0BCB-5DBA-CA6CB36BCCE4}"/>
              </a:ext>
            </a:extLst>
          </p:cNvPr>
          <p:cNvSpPr>
            <a:spLocks noGrp="1"/>
          </p:cNvSpPr>
          <p:nvPr>
            <p:ph type="title"/>
          </p:nvPr>
        </p:nvSpPr>
        <p:spPr>
          <a:xfrm>
            <a:off x="838200" y="365126"/>
            <a:ext cx="10515600" cy="486522"/>
          </a:xfrm>
        </p:spPr>
        <p:txBody>
          <a:bodyPr>
            <a:normAutofit fontScale="90000"/>
          </a:bodyPr>
          <a:lstStyle/>
          <a:p>
            <a:r>
              <a:rPr lang="en-IN" dirty="0"/>
              <a:t>Reference </a:t>
            </a:r>
          </a:p>
        </p:txBody>
      </p:sp>
      <p:sp>
        <p:nvSpPr>
          <p:cNvPr id="3" name="Content Placeholder 2">
            <a:extLst>
              <a:ext uri="{FF2B5EF4-FFF2-40B4-BE49-F238E27FC236}">
                <a16:creationId xmlns:a16="http://schemas.microsoft.com/office/drawing/2014/main" id="{31438F4E-C825-6C6A-1D38-9A9F3134631C}"/>
              </a:ext>
            </a:extLst>
          </p:cNvPr>
          <p:cNvSpPr>
            <a:spLocks noGrp="1"/>
          </p:cNvSpPr>
          <p:nvPr>
            <p:ph idx="1"/>
          </p:nvPr>
        </p:nvSpPr>
        <p:spPr>
          <a:xfrm>
            <a:off x="838200" y="1104805"/>
            <a:ext cx="10515600" cy="5388069"/>
          </a:xfrm>
        </p:spPr>
        <p:txBody>
          <a:bodyPr>
            <a:normAutofit/>
          </a:bodyPr>
          <a:lstStyle/>
          <a:p>
            <a:r>
              <a:rPr lang="en-IN" sz="1600" dirty="0">
                <a:effectLst/>
              </a:rPr>
              <a:t>Wang, T., Bao, X., </a:t>
            </a:r>
            <a:r>
              <a:rPr lang="en-IN" sz="1600" dirty="0" err="1">
                <a:effectLst/>
              </a:rPr>
              <a:t>Clavera</a:t>
            </a:r>
            <a:r>
              <a:rPr lang="en-IN" sz="1600" dirty="0">
                <a:effectLst/>
              </a:rPr>
              <a:t>, I., Hoang, J., Wen, Y., Langlois, E., Zhang, S., Zhang, G., </a:t>
            </a:r>
            <a:r>
              <a:rPr lang="en-IN" sz="1600" dirty="0" err="1">
                <a:effectLst/>
              </a:rPr>
              <a:t>Abbeel</a:t>
            </a:r>
            <a:r>
              <a:rPr lang="en-IN" sz="1600" dirty="0">
                <a:effectLst/>
              </a:rPr>
              <a:t>, P., &amp; Ba, J. (2019, July 3). </a:t>
            </a:r>
            <a:r>
              <a:rPr lang="en-IN" sz="1600" i="1" dirty="0">
                <a:effectLst/>
              </a:rPr>
              <a:t>Benchmarking model-based reinforcement learning</a:t>
            </a:r>
            <a:r>
              <a:rPr lang="en-IN" sz="1600" dirty="0">
                <a:effectLst/>
              </a:rPr>
              <a:t>. arXiv.org. Retrieved March 18, 2023, from https://arxiv.org/abs/1907.02057 </a:t>
            </a:r>
          </a:p>
          <a:p>
            <a:r>
              <a:rPr lang="en-IN" sz="1600" dirty="0" err="1">
                <a:effectLst/>
              </a:rPr>
              <a:t>Kurutach</a:t>
            </a:r>
            <a:r>
              <a:rPr lang="en-IN" sz="1600" dirty="0">
                <a:effectLst/>
              </a:rPr>
              <a:t>, T., </a:t>
            </a:r>
            <a:r>
              <a:rPr lang="en-IN" sz="1600" dirty="0" err="1">
                <a:effectLst/>
              </a:rPr>
              <a:t>Clavera</a:t>
            </a:r>
            <a:r>
              <a:rPr lang="en-IN" sz="1600" dirty="0">
                <a:effectLst/>
              </a:rPr>
              <a:t>, I., Duan, Y., Tamar, A., &amp; </a:t>
            </a:r>
            <a:r>
              <a:rPr lang="en-IN" sz="1600" dirty="0" err="1">
                <a:effectLst/>
              </a:rPr>
              <a:t>Abbeel</a:t>
            </a:r>
            <a:r>
              <a:rPr lang="en-IN" sz="1600" dirty="0">
                <a:effectLst/>
              </a:rPr>
              <a:t>, P. (2018, October 5). </a:t>
            </a:r>
            <a:r>
              <a:rPr lang="en-IN" sz="1600" i="1" dirty="0">
                <a:effectLst/>
              </a:rPr>
              <a:t>Model-Ensemble Trust-Region Policy Optimization</a:t>
            </a:r>
            <a:r>
              <a:rPr lang="en-IN" sz="1600" dirty="0">
                <a:effectLst/>
              </a:rPr>
              <a:t>. arXiv.org. Retrieved March 18, 2023, from https://arxiv.org/abs/1802.10592 </a:t>
            </a:r>
          </a:p>
          <a:p>
            <a:r>
              <a:rPr lang="en-US" sz="1600" i="1" dirty="0">
                <a:effectLst/>
              </a:rPr>
              <a:t>Trust region policy optimization - </a:t>
            </a:r>
            <a:r>
              <a:rPr lang="en-US" sz="1600" i="1" dirty="0" err="1">
                <a:effectLst/>
              </a:rPr>
              <a:t>arxiv</a:t>
            </a:r>
            <a:r>
              <a:rPr lang="en-US" sz="1600" dirty="0">
                <a:effectLst/>
              </a:rPr>
              <a:t>. (n.d.). Retrieved March 17, 2023, from https://arxiv.org/pdf/1502.05477v5.pdf </a:t>
            </a:r>
          </a:p>
          <a:p>
            <a:endParaRPr lang="en-US" sz="1600" dirty="0">
              <a:effectLst/>
            </a:endParaRPr>
          </a:p>
          <a:p>
            <a:endParaRPr lang="en-IN" sz="1600" dirty="0">
              <a:effectLst/>
            </a:endParaRPr>
          </a:p>
          <a:p>
            <a:endParaRPr lang="en-IN" sz="1600" b="1" i="0" dirty="0">
              <a:solidFill>
                <a:srgbClr val="000000"/>
              </a:solidFill>
              <a:effectLst/>
              <a:latin typeface="Lucida Grande"/>
            </a:endParaRPr>
          </a:p>
          <a:p>
            <a:endParaRPr lang="en-IN" sz="1600" b="1" i="0" dirty="0">
              <a:solidFill>
                <a:srgbClr val="000000"/>
              </a:solidFill>
              <a:effectLst/>
              <a:latin typeface="Lucida Grande"/>
            </a:endParaRPr>
          </a:p>
          <a:p>
            <a:endParaRPr lang="en-IN" sz="1600" dirty="0"/>
          </a:p>
        </p:txBody>
      </p:sp>
    </p:spTree>
    <p:extLst>
      <p:ext uri="{BB962C8B-B14F-4D97-AF65-F5344CB8AC3E}">
        <p14:creationId xmlns:p14="http://schemas.microsoft.com/office/powerpoint/2010/main" val="3843934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FADBA-142D-6A8B-8AF6-3BE49664F622}"/>
              </a:ext>
            </a:extLst>
          </p:cNvPr>
          <p:cNvSpPr>
            <a:spLocks noGrp="1"/>
          </p:cNvSpPr>
          <p:nvPr>
            <p:ph type="title"/>
          </p:nvPr>
        </p:nvSpPr>
        <p:spPr/>
        <p:txBody>
          <a:bodyPr/>
          <a:lstStyle/>
          <a:p>
            <a:r>
              <a:rPr lang="en-IN" dirty="0"/>
              <a:t>Queries</a:t>
            </a:r>
          </a:p>
        </p:txBody>
      </p:sp>
      <p:sp>
        <p:nvSpPr>
          <p:cNvPr id="3" name="Content Placeholder 2">
            <a:extLst>
              <a:ext uri="{FF2B5EF4-FFF2-40B4-BE49-F238E27FC236}">
                <a16:creationId xmlns:a16="http://schemas.microsoft.com/office/drawing/2014/main" id="{97059206-9FAF-D5EE-7FF8-B5E39695E5A6}"/>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8725764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2153</TotalTime>
  <Words>392</Words>
  <Application>Microsoft Office PowerPoint</Application>
  <PresentationFormat>Widescreen</PresentationFormat>
  <Paragraphs>30</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Lucida Grande</vt:lpstr>
      <vt:lpstr>Söhne</vt:lpstr>
      <vt:lpstr>Office Theme</vt:lpstr>
      <vt:lpstr>Reinforcement learning for dynamics &amp; control</vt:lpstr>
      <vt:lpstr>Model-Based Reinforcement Learning </vt:lpstr>
      <vt:lpstr>MODEL-ENSEMBLE TRUST-REGION POLICY OPTIMIZATION (ME-TRPO)</vt:lpstr>
      <vt:lpstr>Layout</vt:lpstr>
      <vt:lpstr>Video of training</vt:lpstr>
      <vt:lpstr>PowerPoint Presentation</vt:lpstr>
      <vt:lpstr>Problem</vt:lpstr>
      <vt:lpstr>Problem abstract</vt:lpstr>
      <vt:lpstr>Reference </vt:lpstr>
      <vt:lpstr>Queries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 TRPO</dc:title>
  <dc:creator>Mowbray RV</dc:creator>
  <cp:lastModifiedBy>Mowbray RV</cp:lastModifiedBy>
  <cp:revision>30</cp:revision>
  <dcterms:created xsi:type="dcterms:W3CDTF">2023-03-16T20:28:26Z</dcterms:created>
  <dcterms:modified xsi:type="dcterms:W3CDTF">2023-03-18T08:21:36Z</dcterms:modified>
</cp:coreProperties>
</file>